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392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400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756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806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852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619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998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9836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916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92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729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565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184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466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98749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420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178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1CC05A7-1827-4004-B405-4B9F36CEDD5C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2AC4A11-8B04-46DC-AF28-CA81BF41E0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06143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9E43D-82CC-3612-6980-5B2643B5D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96" y="-134702"/>
            <a:ext cx="12147104" cy="3479523"/>
          </a:xfrm>
        </p:spPr>
        <p:txBody>
          <a:bodyPr/>
          <a:lstStyle/>
          <a:p>
            <a:pPr algn="ctr"/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Exploring the effectiveness of number formats in GPU-accelerated programs</a:t>
            </a:r>
            <a:br>
              <a:rPr lang="en-GB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GB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3A4FA7-E221-E527-A6B6-CA31E6DC8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5303" y="3465871"/>
            <a:ext cx="3043083" cy="1050686"/>
          </a:xfrm>
        </p:spPr>
        <p:txBody>
          <a:bodyPr/>
          <a:lstStyle/>
          <a:p>
            <a:r>
              <a:rPr lang="it-IT" dirty="0"/>
              <a:t>Giovanni Santangelo</a:t>
            </a:r>
            <a:endParaRPr lang="en-GB" dirty="0"/>
          </a:p>
        </p:txBody>
      </p:sp>
      <p:pic>
        <p:nvPicPr>
          <p:cNvPr id="1026" name="Picture 2" descr="Politecnico di Torino | ESA Space Solutions">
            <a:extLst>
              <a:ext uri="{FF2B5EF4-FFF2-40B4-BE49-F238E27FC236}">
                <a16:creationId xmlns:a16="http://schemas.microsoft.com/office/drawing/2014/main" id="{202C0D6A-263E-244E-88FA-A45F5FDE9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819" y="4908809"/>
            <a:ext cx="4103948" cy="1809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351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E057E-66F3-FAF6-6D0A-544AF60E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791" y="1449324"/>
            <a:ext cx="2621734" cy="4391640"/>
          </a:xfrm>
        </p:spPr>
        <p:txBody>
          <a:bodyPr anchor="t">
            <a:normAutofit/>
          </a:bodyPr>
          <a:lstStyle/>
          <a:p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3BC1C-6FA7-A8B1-177D-CC708F367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393" y="1449324"/>
            <a:ext cx="6230220" cy="4391640"/>
          </a:xfrm>
        </p:spPr>
        <p:txBody>
          <a:bodyPr>
            <a:normAutofit/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714258-9AB9-B38F-EF6A-87618259F51C}"/>
              </a:ext>
            </a:extLst>
          </p:cNvPr>
          <p:cNvSpPr txBox="1"/>
          <p:nvPr/>
        </p:nvSpPr>
        <p:spPr>
          <a:xfrm>
            <a:off x="967791" y="363794"/>
            <a:ext cx="9012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Motivations and Objectives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54076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13989-6E80-1919-2CA3-84E88DAB8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791" y="1449324"/>
            <a:ext cx="2621734" cy="4391640"/>
          </a:xfrm>
        </p:spPr>
        <p:txBody>
          <a:bodyPr anchor="t">
            <a:normAutofit/>
          </a:bodyPr>
          <a:lstStyle/>
          <a:p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15C72-A5C9-072A-8905-B70AB471D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393" y="1449324"/>
            <a:ext cx="6230220" cy="4391640"/>
          </a:xfrm>
        </p:spPr>
        <p:txBody>
          <a:bodyPr>
            <a:normAutofit/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996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70385-5169-F2F4-6F49-CAF7E7DC5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E3962-AAD2-8055-08D3-6E479C671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907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F3AFC-D03E-BF7C-36B5-3A577C31A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DEDEF-89C9-0FE3-A459-EB12B4878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690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FD5D0-F63D-D1CB-E28E-4DA777647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57587-49CE-4A82-700C-E53737C21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First Verification Procedure 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001CE-AE5F-B85F-A591-239A9CB1F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461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95F2A-9569-F4BB-313F-96990AF05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BF50-6691-2707-8D6F-EC204BA93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13342" cy="423880"/>
          </a:xfrm>
        </p:spPr>
        <p:txBody>
          <a:bodyPr>
            <a:normAutofit fontScale="90000"/>
          </a:bodyPr>
          <a:lstStyle/>
          <a:p>
            <a:r>
              <a:rPr lang="it-IT" dirty="0"/>
              <a:t>FloatingPoint First Verification Results</a:t>
            </a:r>
            <a:r>
              <a:rPr lang="it-IT"/>
              <a:t>, RANGE Operands: (-1,1)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35C53-BFB5-4C4E-C2EE-A633A6D3A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8287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69762-BAF5-0BC3-C50C-6305B21F6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086C9-0AA0-4B80-4A65-977F9A73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995355" cy="492706"/>
          </a:xfrm>
        </p:spPr>
        <p:txBody>
          <a:bodyPr>
            <a:normAutofit fontScale="90000"/>
          </a:bodyPr>
          <a:lstStyle/>
          <a:p>
            <a:r>
              <a:rPr lang="it-IT" dirty="0"/>
              <a:t>Posit: First Verification Results, range operands: (-1,1)</a:t>
            </a:r>
            <a:endParaRPr lang="en-GB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BAF5D9-CF00-BBE2-AC38-93605BB0F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2706"/>
            <a:ext cx="12174349" cy="6365294"/>
          </a:xfrm>
        </p:spPr>
      </p:pic>
    </p:spTree>
    <p:extLst>
      <p:ext uri="{BB962C8B-B14F-4D97-AF65-F5344CB8AC3E}">
        <p14:creationId xmlns:p14="http://schemas.microsoft.com/office/powerpoint/2010/main" val="1590110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9A57C-B564-C068-EFBC-513DEC5C7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Works Cited, (for the Pictures)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D52B4-6778-3539-2378-25F6E7C42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84569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38</TotalTime>
  <Words>50</Words>
  <Application>Microsoft Office PowerPoint</Application>
  <PresentationFormat>Widescreen</PresentationFormat>
  <Paragraphs>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Celestial</vt:lpstr>
      <vt:lpstr>Exploring the effectiveness of number formats in GPU-accelerated programs </vt:lpstr>
      <vt:lpstr>PowerPoint Presentation</vt:lpstr>
      <vt:lpstr>PowerPoint Presentation</vt:lpstr>
      <vt:lpstr>PowerPoint Presentation</vt:lpstr>
      <vt:lpstr>PowerPoint Presentation</vt:lpstr>
      <vt:lpstr>First Verification Procedure Flow</vt:lpstr>
      <vt:lpstr>FloatingPoint First Verification Results, RANGE Operands: (-1,1)</vt:lpstr>
      <vt:lpstr>Posit: First Verification Results, range operands: (-1,1)</vt:lpstr>
      <vt:lpstr>Works Cited, (for the Pictures)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Santangelo  Giovanni</dc:creator>
  <cp:lastModifiedBy>Santangelo  Giovanni</cp:lastModifiedBy>
  <cp:revision>1</cp:revision>
  <dcterms:created xsi:type="dcterms:W3CDTF">2025-05-16T07:50:08Z</dcterms:created>
  <dcterms:modified xsi:type="dcterms:W3CDTF">2025-05-16T08:28:32Z</dcterms:modified>
</cp:coreProperties>
</file>